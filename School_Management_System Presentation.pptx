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63" r:id="rId34"/>
    <p:sldId id="29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7415530" y="1355090"/>
            <a:ext cx="4064000" cy="5259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4" name="Picture 3" descr="Dashboard_Panel for Adm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530" y="1285875"/>
            <a:ext cx="4123055" cy="54019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min_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530" y="690880"/>
            <a:ext cx="5920740" cy="59982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otificationOfRequestSubmi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79905"/>
            <a:ext cx="5412105" cy="4622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dmin_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1800860"/>
            <a:ext cx="5154295" cy="2910205"/>
          </a:xfrm>
          <a:prstGeom prst="rect">
            <a:avLst/>
          </a:prstGeom>
        </p:spPr>
      </p:pic>
      <p:pic>
        <p:nvPicPr>
          <p:cNvPr id="5" name="Picture 4" descr="StudentLi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580" y="1800860"/>
            <a:ext cx="5113655" cy="29095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Screenshot 2026-03-29 2110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0"/>
            <a:ext cx="12192000" cy="6854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DELL</dc:creator>
  <cp:lastModifiedBy>Aaisha Jha</cp:lastModifiedBy>
  <cp:revision>4</cp:revision>
  <dcterms:created xsi:type="dcterms:W3CDTF">2025-07-23T00:59:00Z</dcterms:created>
  <dcterms:modified xsi:type="dcterms:W3CDTF">2026-03-29T15:28:03Z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BC77C2B319BA4D41BD1376E2D8D02B0A_11</vt:lpwstr>
  </property>
  <property fmtid="{D5CDD505-2E9C-101B-9397-08002B2CF9AE}" pid="3" name="KSOProductBuildVer">
    <vt:lpwstr>1033-12.1.0.25180</vt:lpwstr>
  </property>
</Properties>
</file>